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0680" y="685800"/>
            <a:ext cx="1280160" cy="12801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icon_bo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288" y="978408"/>
            <a:ext cx="694944" cy="694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317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RAG Assistant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Q&amp;A powered by Microsoft Foundry Local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School: Local RAG with Foundry Local — Final Presentation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Yaşar Enis Can  ·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Local AI?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assistants need a constant internet connection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questions and documents leave your device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often costs money per request (API calls)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520440"/>
            <a:ext cx="6400800" cy="173736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7033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5760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offline Q&amp;A assistant that runs entirely on your own laptop — no cost per question, and it works with zero internet connection.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95360" y="2286000"/>
            <a:ext cx="2377440" cy="23774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icon_cloudoff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9260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three steps that ground answers in real documents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74520" y="2103120"/>
            <a:ext cx="1188720" cy="11887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on_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239572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429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39319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most relevant document chunks for the question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70248" y="2514600"/>
            <a:ext cx="320040" cy="36576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9" name="Shape 6"/>
          <p:cNvSpPr/>
          <p:nvPr/>
        </p:nvSpPr>
        <p:spPr>
          <a:xfrm>
            <a:off x="5623560" y="2103120"/>
            <a:ext cx="1188720" cy="11887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on_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2395728"/>
            <a:ext cx="603504" cy="6035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3429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63440" y="39319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those chunks to the model's prompt as context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19288" y="2514600"/>
            <a:ext cx="320040" cy="36576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4" name="Shape 10"/>
          <p:cNvSpPr/>
          <p:nvPr/>
        </p:nvSpPr>
        <p:spPr>
          <a:xfrm>
            <a:off x="9372600" y="2103120"/>
            <a:ext cx="1188720" cy="11887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_z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208" y="2395728"/>
            <a:ext cx="603504" cy="6035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83880" y="3429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412480" y="39319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model writes an answer grounded in that context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Four Layers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icon_monito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36776"/>
            <a:ext cx="429768" cy="429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139903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Interface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617720" y="1399032"/>
            <a:ext cx="6903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UI in the browser — ask questions, read streamed answers and sources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24328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icon_setting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843784"/>
            <a:ext cx="429768" cy="429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606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617720" y="2606040"/>
            <a:ext cx="6903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the question, retrieves relevant chunks, builds the prompt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831336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icon_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050792"/>
            <a:ext cx="429768" cy="4297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3080" y="38130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617720" y="3813048"/>
            <a:ext cx="6903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— stores every document chunk and its embedding vector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5038344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3" descr="icon_cpu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257800"/>
            <a:ext cx="429768" cy="4297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83080" y="5020056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4617720" y="5020056"/>
            <a:ext cx="6903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Local — on-device embedding + chat models, zero cloud calls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knowledge base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02996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document in documents/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99008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paragraph-sized chunks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9502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each chunk with the local 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91032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text + embedding in SQLite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417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a question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202996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incoming question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3017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299008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via cosine similarity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39502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top matching chunks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4937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491032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grounded, cited answer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and Working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indexed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5544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29000" y="2514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indexed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172200" y="2514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questions run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0" y="15544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915400" y="2514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calls after setup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0" descr="icon_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0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54480" y="36576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against hallucination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554480" y="406908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minimum relevance-score threshold stops the assistant from guessing: if nothing in the knowledge base is relevant enough to a question, it says so instead of answering from the model's general knowledge.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icon_too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19656"/>
            <a:ext cx="429768" cy="429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1554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SDKs move fast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892040" y="1554480"/>
            <a:ext cx="6629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installed Foundry Local SDK's API changed mid-project — code had to be adapted to match the real installed version, not just the docs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icon_boo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282696"/>
            <a:ext cx="429768" cy="429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3017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models need guardrails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4892040" y="3017520"/>
            <a:ext cx="6629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instructions alone didn't stop a tiny local model from guessing — a deterministic relevance threshold fixed it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452628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icon_settin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745736"/>
            <a:ext cx="429768" cy="4297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3080" y="4480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Environments matter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4892040" y="4480560"/>
            <a:ext cx="6629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and venv can silently conflict — always verify which Python interpreter is actually active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5146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23560" y="3749040"/>
            <a:ext cx="914400" cy="914400"/>
          </a:xfrm>
          <a:prstGeom prst="ellipse">
            <a:avLst/>
          </a:prstGeom>
          <a:solidFill>
            <a:srgbClr val="2E3B7E"/>
          </a:solidFill>
          <a:ln/>
        </p:spPr>
      </p:sp>
      <p:pic>
        <p:nvPicPr>
          <p:cNvPr id="5" name="Image 0" descr="icon_github_ice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39502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8006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github.com/eniscan17/local-rag-assistant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README and test log available in the repository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2026-08-08T20:42:49Z</dcterms:created>
  <dcterms:modified xsi:type="dcterms:W3CDTF">2026-08-08T20:42:49Z</dcterms:modified>
</cp:coreProperties>
</file>